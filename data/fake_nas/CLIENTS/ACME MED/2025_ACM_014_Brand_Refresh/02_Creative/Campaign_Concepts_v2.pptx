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PulseGuard Campaign Concepts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Acme Medical Brand Refresh 2025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Campaign Objective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Establish PulseGuard as the value leader in ambulatory cardiac monitoring.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Audience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Cardiology program directors and hospital procurement teams.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Concept A: Outcomes That Add 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 message built around measurable outcomes per dollar.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Concept B: Confidence On A Budget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Dependable monitoring that procurement can defend.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PulseGuard Hero Creative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Product-forward creative featuring the PulseGuard device family.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Media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 blend of clinical trade media and targeted digital placements.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Select a concept and proceed to production for client review.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Agency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Generated Presentation</dc:subject>
  <dc:creator>Agency Builder</dc:creator>
  <cp:lastModifiedBy>Agency Builder</cp:lastModifiedBy>
  <cp:revision>1</cp:revision>
  <dcterms:created xsi:type="dcterms:W3CDTF">2026-07-21T07:41:17Z</dcterms:created>
  <dcterms:modified xsi:type="dcterms:W3CDTF">2026-07-21T07:41:17Z</dcterms:modified>
</cp:coreProperties>
</file>